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PocketSmart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Your Smart Budget Recommendation Assistant</a:t>
            </a:r>
          </a:p>
          <a:p>
            <a:pPr>
              <a:spcAft>
                <a:spcPts val="1000"/>
              </a:spcAft>
              <a:defRPr sz="2000"/>
            </a:pPr>
            <a:r>
              <a:t>Python Mini Project</a:t>
            </a:r>
          </a:p>
          <a:p>
            <a:pPr>
              <a:spcAft>
                <a:spcPts val="1000"/>
              </a:spcAft>
              <a:defRPr sz="2000"/>
            </a:pPr>
            <a:r>
              <a:t>A simple AI-style recommendation system for budget-based choices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PocketSmart AI helps users make smart spending decisions.</a:t>
            </a:r>
          </a:p>
          <a:p>
            <a:pPr>
              <a:spcAft>
                <a:spcPts val="1000"/>
              </a:spcAft>
              <a:defRPr sz="2000"/>
            </a:pPr>
            <a:r>
              <a:t>It takes the user's name, budget, and preferred category.</a:t>
            </a:r>
          </a:p>
          <a:p>
            <a:pPr>
              <a:spcAft>
                <a:spcPts val="1000"/>
              </a:spcAft>
              <a:defRPr sz="2000"/>
            </a:pPr>
            <a:r>
              <a:t>It generates suitable recommendations based on the selected budget range.</a:t>
            </a:r>
          </a:p>
          <a:p>
            <a:pPr>
              <a:spcAft>
                <a:spcPts val="1000"/>
              </a:spcAft>
              <a:defRPr sz="2000"/>
            </a:pPr>
            <a:r>
              <a:t>Categories: Home Decor, Event Planning, and Jewelry.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Provide budget-friendly recommendations</a:t>
            </a:r>
          </a:p>
          <a:p>
            <a:pPr>
              <a:spcAft>
                <a:spcPts val="1000"/>
              </a:spcAft>
              <a:defRPr sz="2000"/>
            </a:pPr>
            <a:r>
              <a:t>• Make product/service selection easier</a:t>
            </a:r>
          </a:p>
          <a:p>
            <a:pPr>
              <a:spcAft>
                <a:spcPts val="1000"/>
              </a:spcAft>
              <a:defRPr sz="2000"/>
            </a:pPr>
            <a:r>
              <a:t>• Reduce unnecessary spending</a:t>
            </a:r>
          </a:p>
          <a:p>
            <a:pPr>
              <a:spcAft>
                <a:spcPts val="1000"/>
              </a:spcAft>
              <a:defRPr sz="2000"/>
            </a:pPr>
            <a:r>
              <a:t>• Demonstrate decision-making using Python</a:t>
            </a:r>
          </a:p>
          <a:p>
            <a:pPr>
              <a:spcAft>
                <a:spcPts val="1000"/>
              </a:spcAft>
              <a:defRPr sz="2000"/>
            </a:pPr>
            <a:r>
              <a:t>• Create a simple and user-friendly console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the System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1. User enters their name.</a:t>
            </a:r>
          </a:p>
          <a:p>
            <a:pPr>
              <a:spcAft>
                <a:spcPts val="1000"/>
              </a:spcAft>
              <a:defRPr sz="2000"/>
            </a:pPr>
            <a:r>
              <a:t>2. User enters their budget.</a:t>
            </a:r>
          </a:p>
          <a:p>
            <a:pPr>
              <a:spcAft>
                <a:spcPts val="1000"/>
              </a:spcAft>
              <a:defRPr sz="2000"/>
            </a:pPr>
            <a:r>
              <a:t>3. User selects a category.</a:t>
            </a:r>
          </a:p>
          <a:p>
            <a:pPr>
              <a:spcAft>
                <a:spcPts val="1000"/>
              </a:spcAft>
              <a:defRPr sz="2000"/>
            </a:pPr>
            <a:r>
              <a:t>4. Python checks the selected budget range.</a:t>
            </a:r>
          </a:p>
          <a:p>
            <a:pPr>
              <a:spcAft>
                <a:spcPts val="1000"/>
              </a:spcAft>
              <a:defRPr sz="2000"/>
            </a:pPr>
            <a:r>
              <a:t>5. PocketSmart AI displays suitable recommendations.</a:t>
            </a:r>
          </a:p>
          <a:p>
            <a:pPr>
              <a:spcAft>
                <a:spcPts val="1000"/>
              </a:spcAft>
              <a:defRPr sz="2000"/>
            </a:pPr>
            <a:r>
              <a:t>6. The user can compare the estimated total with their budget.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Python Code – Main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budget = float(input("Enter your budget: "))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/>
            </a:pPr>
            <a:r>
              <a:t>choice = int(input("Enter your choice (1-3): "))</a:t>
            </a:r>
          </a:p>
          <a:p>
            <a:pPr>
              <a:spcAft>
                <a:spcPts val="1000"/>
              </a:spcAft>
              <a:defRPr sz="1600"/>
            </a:pPr>
          </a:p>
          <a:p>
            <a:pPr>
              <a:spcAft>
                <a:spcPts val="1000"/>
              </a:spcAft>
              <a:defRPr sz="1600" b="1"/>
            </a:pPr>
            <a:r>
              <a:t>if choice == 1:</a:t>
            </a:r>
          </a:p>
          <a:p>
            <a:pPr>
              <a:spcAft>
                <a:spcPts val="1000"/>
              </a:spcAft>
              <a:defRPr sz="1600"/>
            </a:pPr>
            <a:r>
              <a:t>    print("Category: Home Decor")</a:t>
            </a:r>
          </a:p>
          <a:p>
            <a:pPr>
              <a:spcAft>
                <a:spcPts val="1000"/>
              </a:spcAft>
              <a:defRPr sz="1600" b="1"/>
            </a:pPr>
            <a:r>
              <a:t>elif choice == 2:</a:t>
            </a:r>
          </a:p>
          <a:p>
            <a:pPr>
              <a:spcAft>
                <a:spcPts val="1000"/>
              </a:spcAft>
              <a:defRPr sz="1600"/>
            </a:pPr>
            <a:r>
              <a:t>    print("Category: Event Planning")</a:t>
            </a:r>
          </a:p>
          <a:p>
            <a:pPr>
              <a:spcAft>
                <a:spcPts val="1000"/>
              </a:spcAft>
              <a:defRPr sz="1600" b="1"/>
            </a:pPr>
            <a:r>
              <a:t>elif choice == 3:</a:t>
            </a:r>
          </a:p>
          <a:p>
            <a:pPr>
              <a:spcAft>
                <a:spcPts val="1000"/>
              </a:spcAft>
              <a:defRPr sz="1600"/>
            </a:pPr>
            <a:r>
              <a:t>    print("Category: Jewelry")</a:t>
            </a:r>
          </a:p>
          <a:p>
            <a:pPr>
              <a:spcAft>
                <a:spcPts val="1000"/>
              </a:spcAft>
              <a:defRPr sz="1600" b="1"/>
            </a:pPr>
            <a:r>
              <a:t>else:</a:t>
            </a:r>
          </a:p>
          <a:p>
            <a:pPr>
              <a:spcAft>
                <a:spcPts val="1000"/>
              </a:spcAft>
              <a:defRPr sz="1600"/>
            </a:pPr>
            <a:r>
              <a:t>    print("Invalid choice!")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Sample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POCKETSMART AI</a:t>
            </a:r>
          </a:p>
          <a:p>
            <a:pPr>
              <a:spcAft>
                <a:spcPts val="1000"/>
              </a:spcAft>
              <a:defRPr sz="2000"/>
            </a:pPr>
            <a:r>
              <a:t>Enter your name: Vani</a:t>
            </a:r>
          </a:p>
          <a:p>
            <a:pPr>
              <a:spcAft>
                <a:spcPts val="1000"/>
              </a:spcAft>
              <a:defRPr sz="2000"/>
            </a:pPr>
            <a:r>
              <a:t>Enter your budget (₹): 10000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Category: Home Decor</a:t>
            </a:r>
          </a:p>
          <a:p>
            <a:pPr>
              <a:spcAft>
                <a:spcPts val="1000"/>
              </a:spcAft>
              <a:defRPr sz="2000" b="1"/>
            </a:pPr>
            <a:r>
              <a:t>Recommendation:</a:t>
            </a:r>
          </a:p>
          <a:p>
            <a:pPr>
              <a:spcAft>
                <a:spcPts val="1000"/>
              </a:spcAft>
              <a:defRPr sz="2000"/>
            </a:pPr>
            <a:r>
              <a:t>• Ceiling Light - ₹2500</a:t>
            </a:r>
          </a:p>
          <a:p>
            <a:pPr>
              <a:spcAft>
                <a:spcPts val="1000"/>
              </a:spcAft>
              <a:defRPr sz="2000"/>
            </a:pPr>
            <a:r>
              <a:t>• Wall Decor - ₹2000</a:t>
            </a:r>
          </a:p>
          <a:p>
            <a:pPr>
              <a:spcAft>
                <a:spcPts val="1000"/>
              </a:spcAft>
              <a:defRPr sz="2000"/>
            </a:pPr>
            <a:r>
              <a:t>• Coffee Table - ₹5000</a:t>
            </a:r>
          </a:p>
          <a:p>
            <a:pPr>
              <a:spcAft>
                <a:spcPts val="1000"/>
              </a:spcAft>
              <a:defRPr sz="2000"/>
            </a:pPr>
            <a:r>
              <a:t>• Cushion Set - ₹1500</a:t>
            </a:r>
          </a:p>
          <a:p>
            <a:pPr>
              <a:spcAft>
                <a:spcPts val="1000"/>
              </a:spcAft>
              <a:defRPr sz="2000"/>
            </a:pPr>
            <a:r>
              <a:t>Estimated Total: ₹11000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Future Enhancements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/>
            </a:pPr>
            <a:r>
              <a:t>Future Enhancements:</a:t>
            </a:r>
          </a:p>
          <a:p>
            <a:pPr>
              <a:spcAft>
                <a:spcPts val="1000"/>
              </a:spcAft>
              <a:defRPr sz="2000"/>
            </a:pPr>
            <a:r>
              <a:t>• Connect with Amazon, Flipkart, IKEA and other platforms</a:t>
            </a:r>
          </a:p>
          <a:p>
            <a:pPr>
              <a:spcAft>
                <a:spcPts val="1000"/>
              </a:spcAft>
              <a:defRPr sz="2000"/>
            </a:pPr>
            <a:r>
              <a:t>• Use Gemini API for personalized AI recommendations</a:t>
            </a:r>
          </a:p>
          <a:p>
            <a:pPr>
              <a:spcAft>
                <a:spcPts val="1000"/>
              </a:spcAft>
              <a:defRPr sz="2000"/>
            </a:pPr>
            <a:r>
              <a:t>• Add a graphical user interface (GUI)</a:t>
            </a:r>
          </a:p>
          <a:p>
            <a:pPr>
              <a:spcAft>
                <a:spcPts val="1000"/>
              </a:spcAft>
              <a:defRPr sz="2000"/>
            </a:pPr>
            <a:r>
              <a:t>• Add real-time prices and product links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 b="1"/>
            </a:pPr>
            <a:r>
              <a:t>Conclusion:</a:t>
            </a:r>
          </a:p>
          <a:p>
            <a:pPr>
              <a:spcAft>
                <a:spcPts val="1000"/>
              </a:spcAft>
              <a:defRPr sz="2000"/>
            </a:pPr>
            <a:r>
              <a:t>PocketSmart AI is a simple Python prototype that demonstrates how budget and category inputs can be used to generate useful recommendations.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